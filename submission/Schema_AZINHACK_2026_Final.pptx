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az_fina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az_fina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az_fina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az_fina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az_fina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az_final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az_final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az_final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.az_final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Schema | AZINHACK 2026</dc:title>
  <dc:subject>Source-verified memory journaling</dc:subject>
  <dc:creator>Tushar Aggarwal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